
<file path=[Content_Types].xml><?xml version="1.0" encoding="utf-8"?>
<Types xmlns="http://schemas.openxmlformats.org/package/2006/content-types">
  <Default Extension="jpeg" ContentType="image/jpeg"/>
  <Default Extension="jpg" ContentType="image/jpeg"/>
  <Default Extension="O7K74dEi6owEVEKj4QNkcg7Z9nkNqvdQvT0-VghJI0M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68" r:id="rId5"/>
    <p:sldId id="266" r:id="rId6"/>
    <p:sldId id="258" r:id="rId7"/>
    <p:sldId id="262" r:id="rId8"/>
    <p:sldId id="261" r:id="rId9"/>
    <p:sldId id="260" r:id="rId10"/>
    <p:sldId id="263" r:id="rId11"/>
    <p:sldId id="265" r:id="rId12"/>
    <p:sldId id="259" r:id="rId13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9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7FCC6F-51B2-FAD0-ED41-4B1325D264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69E6A000-C876-EDB7-F628-685731AE60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25939D1-4F03-5034-DC45-611F7A04B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AEB39-6AE2-4278-A109-CDA53C8E47CB}" type="datetimeFigureOut">
              <a:rPr lang="nl-BE" smtClean="0"/>
              <a:t>24/08/2026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D21DD18-F9EB-59DD-23CF-81C61246C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ADD9AA7-4986-D3C4-0F97-60002AEE9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8E30F-AE61-49C1-85B2-AAAC0B1FAD2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69693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5C26CB-DB22-E561-E876-36D1F39BC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9D41D27-2BB6-8E6B-8096-A3C121CC9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FEE2D27-C3B2-6D2F-5A4F-2C4267483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AEB39-6AE2-4278-A109-CDA53C8E47CB}" type="datetimeFigureOut">
              <a:rPr lang="nl-BE" smtClean="0"/>
              <a:t>24/08/2026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DA95D2F-A6D2-194F-2B52-C19CBC735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F8554EA-80D7-383F-98D9-2C32AF7F5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8E30F-AE61-49C1-85B2-AAAC0B1FAD2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60535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D33CB7-C23D-1013-5C0C-FC82E8608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3355196-68EA-3956-6076-3C5E767F6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1DAE803-ED10-F79F-6198-CDAD9C6CD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AEB39-6AE2-4278-A109-CDA53C8E47CB}" type="datetimeFigureOut">
              <a:rPr lang="nl-BE" smtClean="0"/>
              <a:t>24/08/2026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2CBEF20-7A7C-3EA6-0038-298A16B80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8C1F9B2-5DAD-E395-4FCF-F3CF8034B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8E30F-AE61-49C1-85B2-AAAC0B1FAD2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17638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F272C6-038F-5617-4884-F94A76F71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5F6CDA5-0154-3BE2-8A4E-636FF3B596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E16451A-A295-5D95-4E90-88105B65B3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203331D-C9CC-E27B-B60D-BE1DA156C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AEB39-6AE2-4278-A109-CDA53C8E47CB}" type="datetimeFigureOut">
              <a:rPr lang="nl-BE" smtClean="0"/>
              <a:t>24/08/2026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C3521F1-023D-886A-362E-A23F63529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160EFCD-29BB-7450-3D2D-3B654F62C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8E30F-AE61-49C1-85B2-AAAC0B1FAD2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88871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ACCEB8-D415-F123-D1E3-34E0C3D03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4249427-9B20-0EFB-2CAC-ACFA5D0D4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AFF7294-CBD6-4886-CD47-3FD19FFF9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2EE5C2BA-8E3E-18E2-5D2C-1EE5AD7D1C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80DED6C3-EFDB-A92A-676E-A4E20CCEFB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A7CF9321-B4D5-C4C9-6BC6-388616412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AEB39-6AE2-4278-A109-CDA53C8E47CB}" type="datetimeFigureOut">
              <a:rPr lang="nl-BE" smtClean="0"/>
              <a:t>24/08/2026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FADA0DCF-33B6-3C22-C8B3-9126BE34F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DD7D4C9A-08E0-9623-37C5-C6108991E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8E30F-AE61-49C1-85B2-AAAC0B1FAD2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2317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B4419C-2247-DE10-34DD-F12D50F84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E49B1EE-35A4-4326-425B-0C25E1A20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AEB39-6AE2-4278-A109-CDA53C8E47CB}" type="datetimeFigureOut">
              <a:rPr lang="nl-BE" smtClean="0"/>
              <a:t>24/08/2026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2581712-3B5F-D2F3-72E4-EE94EE168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E1CC1DB-4AB2-A724-A69B-235AF6835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8E30F-AE61-49C1-85B2-AAAC0B1FAD2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87843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A0AB3272-A2D5-47CE-645C-98A36613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AEB39-6AE2-4278-A109-CDA53C8E47CB}" type="datetimeFigureOut">
              <a:rPr lang="nl-BE" smtClean="0"/>
              <a:t>24/08/2026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0E6BC383-7B26-7F68-A715-30B0025DA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8FA073F-3358-796A-9F85-29FA2238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8E30F-AE61-49C1-85B2-AAAC0B1FAD2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54090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0DA607-5E3D-7EF6-BEB2-72E8F3C7A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CE44341-A106-E7EF-289F-7E990DCF2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A8AE38A-F62D-DE11-E8FC-B927C3A9B7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C86203C3-7E95-89BA-3351-DB1955E69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AEB39-6AE2-4278-A109-CDA53C8E47CB}" type="datetimeFigureOut">
              <a:rPr lang="nl-BE" smtClean="0"/>
              <a:t>24/08/2026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CEF2825-A490-1801-82CA-DB50F3794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C152992-97EC-9162-9F4D-C510CDAFE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8E30F-AE61-49C1-85B2-AAAC0B1FAD2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85313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A48C11-4071-C406-6BD6-2E86EB5F7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C0D211E-F8ED-31E6-9BE2-722826BAEC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6941D74-81EB-E474-1650-D8205A0893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BF14963-51D5-E8DA-B3A2-C82A294D5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AEB39-6AE2-4278-A109-CDA53C8E47CB}" type="datetimeFigureOut">
              <a:rPr lang="nl-BE" smtClean="0"/>
              <a:t>24/08/2026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2312A8C5-0038-373E-AFDC-D39FFD657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55A11A4-657F-BEB4-9C71-4C86E786E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8E30F-AE61-49C1-85B2-AAAC0B1FAD2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16151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38C371-D244-D48C-3305-866647D9C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124E3A7E-BAD3-0491-0815-489DB7BB2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AFCBE36-AB14-A22E-7F51-07C4AA59E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AEB39-6AE2-4278-A109-CDA53C8E47CB}" type="datetimeFigureOut">
              <a:rPr lang="nl-BE" smtClean="0"/>
              <a:t>24/08/2026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3A7E3B1-281F-773B-0809-55335EC8E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5378AD0-49F8-5092-B35A-608403177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8E30F-AE61-49C1-85B2-AAAC0B1FAD2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2667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9F71D988-AF4B-D970-A93A-C513491D8E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EA165F33-F33C-15ED-2B88-AA339A3A05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D9E289F-E94B-EB2B-A877-3CFBD743B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AEB39-6AE2-4278-A109-CDA53C8E47CB}" type="datetimeFigureOut">
              <a:rPr lang="nl-BE" smtClean="0"/>
              <a:t>24/08/2026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DF10DDD-7894-4776-4541-E42F0CD0B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5B75607-BAE9-52AB-B394-66F0341C1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8E30F-AE61-49C1-85B2-AAAC0B1FAD2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08600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1413A98-68FD-1B65-BA53-2BDE61C0C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229A813-2E0D-086A-9E96-773346065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83968C7-9373-C124-7CA4-EE9C21C982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5AEB39-6AE2-4278-A109-CDA53C8E47CB}" type="datetimeFigureOut">
              <a:rPr lang="nl-BE" smtClean="0"/>
              <a:t>24/08/2026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7B4F861-B6AA-A4EA-6D6C-B6A047EA72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C2FA18B-3893-B715-A62C-C75BBB5FEA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68E30F-AE61-49C1-85B2-AAAC0B1FAD2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70227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O7K74dEi6owEVEKj4QNkcg7Z9nkNqvdQvT0-VghJI0M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2zDx471H3dc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-f-4vLZs6uc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50DFC3-44AD-2525-8676-DD4216D671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Intersoc</a:t>
            </a:r>
            <a:r>
              <a:rPr lang="en-US" dirty="0"/>
              <a:t> show</a:t>
            </a:r>
            <a:endParaRPr lang="nl-BE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6B3B9281-0563-7F3A-1EEA-1386554AA0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5263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6E9963-B23A-D155-1E42-1FF31CCE7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Presentatie</a:t>
            </a:r>
            <a:r>
              <a:rPr lang="en-US" dirty="0"/>
              <a:t> clicker in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wandelstok</a:t>
            </a:r>
            <a:endParaRPr lang="nl-BE" dirty="0"/>
          </a:p>
        </p:txBody>
      </p:sp>
      <p:pic>
        <p:nvPicPr>
          <p:cNvPr id="4" name="Afbeelding 3" descr="Houten Wandelstokken kopen of een rondhaak wandelstokken kopen">
            <a:extLst>
              <a:ext uri="{FF2B5EF4-FFF2-40B4-BE49-F238E27FC236}">
                <a16:creationId xmlns:a16="http://schemas.microsoft.com/office/drawing/2014/main" id="{14263F77-E893-77E7-6DB2-B21D097B7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989" y="1715691"/>
            <a:ext cx="1937048" cy="4571206"/>
          </a:xfrm>
          <a:prstGeom prst="rect">
            <a:avLst/>
          </a:prstGeom>
        </p:spPr>
      </p:pic>
      <p:pic>
        <p:nvPicPr>
          <p:cNvPr id="5" name="Afbeelding 4" descr="Rechargeable USB Type C Wireless Presentation Clicker, Finger Ring  Presentations Powerpoint Clicker with Light Pointer | Fruugo UK">
            <a:extLst>
              <a:ext uri="{FF2B5EF4-FFF2-40B4-BE49-F238E27FC236}">
                <a16:creationId xmlns:a16="http://schemas.microsoft.com/office/drawing/2014/main" id="{DEEE3C89-F137-B842-2432-F32488A66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7427" y="2111828"/>
            <a:ext cx="1632860" cy="1632860"/>
          </a:xfrm>
          <a:prstGeom prst="rect">
            <a:avLst/>
          </a:prstGeom>
        </p:spPr>
      </p:pic>
      <p:pic>
        <p:nvPicPr>
          <p:cNvPr id="6" name="Afbeelding 5" descr="How To Control Addressable LED Strip With Arduino - Leading China Pixel LED  Manufacturer">
            <a:extLst>
              <a:ext uri="{FF2B5EF4-FFF2-40B4-BE49-F238E27FC236}">
                <a16:creationId xmlns:a16="http://schemas.microsoft.com/office/drawing/2014/main" id="{716EE666-CC91-2F9B-9FF0-B666A14291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4899" y="2383972"/>
            <a:ext cx="4111344" cy="2394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225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87C8F0-02D3-33F0-26E1-B17B21982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491037" cy="1325563"/>
          </a:xfrm>
        </p:spPr>
        <p:txBody>
          <a:bodyPr/>
          <a:lstStyle/>
          <a:p>
            <a:r>
              <a:rPr lang="en-US" dirty="0"/>
              <a:t>Magical Element</a:t>
            </a:r>
            <a:endParaRPr lang="nl-BE" dirty="0"/>
          </a:p>
        </p:txBody>
      </p:sp>
      <p:pic>
        <p:nvPicPr>
          <p:cNvPr id="4" name="Afbeelding 3" descr="Magical book - Photo Wallpaper">
            <a:extLst>
              <a:ext uri="{FF2B5EF4-FFF2-40B4-BE49-F238E27FC236}">
                <a16:creationId xmlns:a16="http://schemas.microsoft.com/office/drawing/2014/main" id="{B49D175B-7D5F-3E95-A17E-782F284AF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774" y="2590338"/>
            <a:ext cx="2481944" cy="2025666"/>
          </a:xfrm>
          <a:prstGeom prst="rect">
            <a:avLst/>
          </a:prstGeom>
        </p:spPr>
      </p:pic>
      <p:pic>
        <p:nvPicPr>
          <p:cNvPr id="5" name="Afbeelding 4" descr="Magical Orb by DemonTigerArt on DeviantArt">
            <a:extLst>
              <a:ext uri="{FF2B5EF4-FFF2-40B4-BE49-F238E27FC236}">
                <a16:creationId xmlns:a16="http://schemas.microsoft.com/office/drawing/2014/main" id="{35C39B51-8CEA-8225-7CA4-389A35A65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300" y="2430234"/>
            <a:ext cx="2345874" cy="2345874"/>
          </a:xfrm>
          <a:prstGeom prst="rect">
            <a:avLst/>
          </a:prstGeom>
        </p:spPr>
      </p:pic>
      <p:sp>
        <p:nvSpPr>
          <p:cNvPr id="6" name="Pijl: rechts 5">
            <a:extLst>
              <a:ext uri="{FF2B5EF4-FFF2-40B4-BE49-F238E27FC236}">
                <a16:creationId xmlns:a16="http://schemas.microsoft.com/office/drawing/2014/main" id="{6A1D4F18-C28B-7C1E-A078-7481B7D7F005}"/>
              </a:ext>
            </a:extLst>
          </p:cNvPr>
          <p:cNvSpPr/>
          <p:nvPr/>
        </p:nvSpPr>
        <p:spPr>
          <a:xfrm rot="4415906">
            <a:off x="7371526" y="642927"/>
            <a:ext cx="1469572" cy="9520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8" name="Pijl: rechts 7">
            <a:extLst>
              <a:ext uri="{FF2B5EF4-FFF2-40B4-BE49-F238E27FC236}">
                <a16:creationId xmlns:a16="http://schemas.microsoft.com/office/drawing/2014/main" id="{66BAE402-B407-16B9-B8B2-BAA631737196}"/>
              </a:ext>
            </a:extLst>
          </p:cNvPr>
          <p:cNvSpPr/>
          <p:nvPr/>
        </p:nvSpPr>
        <p:spPr>
          <a:xfrm rot="7773959">
            <a:off x="10183585" y="551883"/>
            <a:ext cx="1469572" cy="9520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88663091-8821-E833-5677-EDC2162466DF}"/>
              </a:ext>
            </a:extLst>
          </p:cNvPr>
          <p:cNvSpPr txBox="1"/>
          <p:nvPr/>
        </p:nvSpPr>
        <p:spPr>
          <a:xfrm>
            <a:off x="838200" y="6106886"/>
            <a:ext cx="8109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Liedje</a:t>
            </a:r>
            <a:r>
              <a:rPr lang="en-US" dirty="0"/>
              <a:t> om de </a:t>
            </a:r>
            <a:r>
              <a:rPr lang="en-US" dirty="0" err="1"/>
              <a:t>bal</a:t>
            </a:r>
            <a:r>
              <a:rPr lang="en-US" dirty="0"/>
              <a:t> </a:t>
            </a:r>
            <a:r>
              <a:rPr lang="en-US" dirty="0" err="1"/>
              <a:t>wakker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maken</a:t>
            </a:r>
            <a:r>
              <a:rPr lang="en-US" dirty="0"/>
              <a:t>; bv. Hocus Pocus (K3)</a:t>
            </a:r>
            <a:endParaRPr lang="nl-BE" dirty="0"/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29F96C56-5861-1C3C-0BD1-0A0506431BA5}"/>
              </a:ext>
            </a:extLst>
          </p:cNvPr>
          <p:cNvSpPr txBox="1"/>
          <p:nvPr/>
        </p:nvSpPr>
        <p:spPr>
          <a:xfrm>
            <a:off x="6878328" y="6106886"/>
            <a:ext cx="3287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Voice overs in de ppt</a:t>
            </a:r>
            <a:endParaRPr lang="nl-BE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DF34F174-B55B-CAC6-1EB3-C631CDAE29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4756" y="2110469"/>
            <a:ext cx="3331028" cy="3331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536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BCDC30-D203-E437-6EAA-92710831C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Erlemeyer</a:t>
            </a:r>
            <a:endParaRPr lang="nl-BE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D2EB233C-7BDA-2732-AF93-ECBF4AC8D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572" y="3844867"/>
            <a:ext cx="5246914" cy="2184356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FCFCC8AA-2057-7BAF-C910-043572515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1981" y="643910"/>
            <a:ext cx="6722818" cy="2785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536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F9E517-C2B0-C4BC-7B27-2AD714C90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Structuur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2CB725-5053-A842-D267-E13F7E4E5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Opkomen</a:t>
            </a:r>
            <a:r>
              <a:rPr lang="en-US" dirty="0"/>
              <a:t> met ‘</a:t>
            </a:r>
            <a:r>
              <a:rPr lang="en-US" dirty="0" err="1"/>
              <a:t>tomati</a:t>
            </a:r>
            <a:r>
              <a:rPr lang="en-US" dirty="0"/>
              <a:t> </a:t>
            </a:r>
            <a:r>
              <a:rPr lang="en-US" dirty="0" err="1"/>
              <a:t>tomata</a:t>
            </a:r>
            <a:r>
              <a:rPr lang="en-US" dirty="0"/>
              <a:t> </a:t>
            </a:r>
            <a:r>
              <a:rPr lang="en-US" dirty="0" err="1"/>
              <a:t>tomatuti</a:t>
            </a:r>
            <a:r>
              <a:rPr lang="en-US" dirty="0"/>
              <a:t>’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Korte sketch</a:t>
            </a:r>
          </a:p>
          <a:p>
            <a:pPr marL="514350" indent="-514350">
              <a:buFont typeface="+mj-lt"/>
              <a:buAutoNum type="arabicPeriod"/>
            </a:pPr>
            <a:r>
              <a:rPr lang="nl-BE" dirty="0"/>
              <a:t>Assistent van de dag kiezen</a:t>
            </a:r>
          </a:p>
          <a:p>
            <a:pPr marL="514350" indent="-514350">
              <a:buFont typeface="+mj-lt"/>
              <a:buAutoNum type="arabicPeriod"/>
            </a:pPr>
            <a:r>
              <a:rPr lang="nl-BE" dirty="0"/>
              <a:t>Vliegerlied?</a:t>
            </a:r>
          </a:p>
          <a:p>
            <a:pPr marL="514350" indent="-514350">
              <a:buFont typeface="+mj-lt"/>
              <a:buAutoNum type="arabicPeriod"/>
            </a:pPr>
            <a:r>
              <a:rPr lang="nl-BE" dirty="0"/>
              <a:t>Sketch</a:t>
            </a:r>
          </a:p>
          <a:p>
            <a:pPr marL="514350" indent="-514350">
              <a:buFont typeface="+mj-lt"/>
              <a:buAutoNum type="arabicPeriod"/>
            </a:pPr>
            <a:r>
              <a:rPr lang="nl-BE" dirty="0"/>
              <a:t>Proefje</a:t>
            </a:r>
          </a:p>
          <a:p>
            <a:pPr marL="514350" indent="-514350">
              <a:buFont typeface="+mj-lt"/>
              <a:buAutoNum type="arabicPeriod"/>
            </a:pPr>
            <a:r>
              <a:rPr lang="nl-BE" dirty="0"/>
              <a:t>Verhaaltje</a:t>
            </a:r>
          </a:p>
          <a:p>
            <a:pPr marL="514350" indent="-514350">
              <a:buFont typeface="+mj-lt"/>
              <a:buAutoNum type="arabicPeriod"/>
            </a:pPr>
            <a:r>
              <a:rPr lang="nl-BE" dirty="0"/>
              <a:t>slaaplied</a:t>
            </a:r>
          </a:p>
          <a:p>
            <a:pPr marL="514350" indent="-514350">
              <a:buFont typeface="+mj-lt"/>
              <a:buAutoNum type="arabicPeriod"/>
            </a:pPr>
            <a:endParaRPr lang="nl-BE" dirty="0"/>
          </a:p>
        </p:txBody>
      </p:sp>
      <p:sp>
        <p:nvSpPr>
          <p:cNvPr id="4" name="Rechteraccolade 3">
            <a:extLst>
              <a:ext uri="{FF2B5EF4-FFF2-40B4-BE49-F238E27FC236}">
                <a16:creationId xmlns:a16="http://schemas.microsoft.com/office/drawing/2014/main" id="{00DEAAA7-436B-3780-70AE-97C81F51618E}"/>
              </a:ext>
            </a:extLst>
          </p:cNvPr>
          <p:cNvSpPr/>
          <p:nvPr/>
        </p:nvSpPr>
        <p:spPr>
          <a:xfrm>
            <a:off x="7957457" y="1756003"/>
            <a:ext cx="337457" cy="2108426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4DADD25F-80E8-9EB7-73A2-F7747B4862F1}"/>
              </a:ext>
            </a:extLst>
          </p:cNvPr>
          <p:cNvSpPr txBox="1"/>
          <p:nvPr/>
        </p:nvSpPr>
        <p:spPr>
          <a:xfrm>
            <a:off x="8452758" y="2549351"/>
            <a:ext cx="1360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actief</a:t>
            </a:r>
            <a:endParaRPr lang="nl-BE" sz="2400" b="1" dirty="0"/>
          </a:p>
        </p:txBody>
      </p:sp>
      <p:sp>
        <p:nvSpPr>
          <p:cNvPr id="7" name="Rechteraccolade 6">
            <a:extLst>
              <a:ext uri="{FF2B5EF4-FFF2-40B4-BE49-F238E27FC236}">
                <a16:creationId xmlns:a16="http://schemas.microsoft.com/office/drawing/2014/main" id="{5FF92FAF-CD97-C853-E0EF-AEFCA1360A4C}"/>
              </a:ext>
            </a:extLst>
          </p:cNvPr>
          <p:cNvSpPr/>
          <p:nvPr/>
        </p:nvSpPr>
        <p:spPr>
          <a:xfrm>
            <a:off x="7946571" y="4395595"/>
            <a:ext cx="250371" cy="1058148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655F499F-913E-1433-D686-74E56A3CFD72}"/>
              </a:ext>
            </a:extLst>
          </p:cNvPr>
          <p:cNvSpPr txBox="1"/>
          <p:nvPr/>
        </p:nvSpPr>
        <p:spPr>
          <a:xfrm>
            <a:off x="8414657" y="4705647"/>
            <a:ext cx="1360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rustig</a:t>
            </a:r>
            <a:endParaRPr lang="nl-BE" sz="2400" b="1" dirty="0"/>
          </a:p>
        </p:txBody>
      </p:sp>
    </p:spTree>
    <p:extLst>
      <p:ext uri="{BB962C8B-B14F-4D97-AF65-F5344CB8AC3E}">
        <p14:creationId xmlns:p14="http://schemas.microsoft.com/office/powerpoint/2010/main" val="2049269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D7C474-6F4A-7DBB-71A0-62F87FB3D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Namen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72C34B8-A763-EEB4-07EA-1E38FAC6D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Professor Tomaat &amp; professor Paprika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Professor Barabas &amp; </a:t>
            </a:r>
          </a:p>
          <a:p>
            <a:r>
              <a:rPr lang="nl-BE" dirty="0"/>
              <a:t>Professor Pinda &amp; Assistent </a:t>
            </a:r>
          </a:p>
          <a:p>
            <a:r>
              <a:rPr lang="nl-BE" dirty="0"/>
              <a:t>Professor Suikerspin &amp; Bas</a:t>
            </a:r>
          </a:p>
        </p:txBody>
      </p:sp>
    </p:spTree>
    <p:extLst>
      <p:ext uri="{BB962C8B-B14F-4D97-AF65-F5344CB8AC3E}">
        <p14:creationId xmlns:p14="http://schemas.microsoft.com/office/powerpoint/2010/main" val="695712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C37E18-8078-E4D1-C544-4B02F8591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Verhaallijn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ABA63EE-BCC7-98B1-5233-50433B7C1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Twee </a:t>
            </a:r>
            <a:r>
              <a:rPr lang="en-US" dirty="0" err="1"/>
              <a:t>verstrooide</a:t>
            </a:r>
            <a:r>
              <a:rPr lang="en-US" dirty="0"/>
              <a:t> </a:t>
            </a:r>
            <a:r>
              <a:rPr lang="en-US" dirty="0" err="1"/>
              <a:t>professoren</a:t>
            </a:r>
            <a:endParaRPr lang="en-US" dirty="0"/>
          </a:p>
          <a:p>
            <a:r>
              <a:rPr lang="en-US" dirty="0" err="1"/>
              <a:t>Vergeten</a:t>
            </a:r>
            <a:r>
              <a:rPr lang="en-US" dirty="0"/>
              <a:t> constant </a:t>
            </a:r>
            <a:r>
              <a:rPr lang="en-US" dirty="0" err="1"/>
              <a:t>dingen</a:t>
            </a:r>
            <a:r>
              <a:rPr lang="en-US" dirty="0"/>
              <a:t>; </a:t>
            </a:r>
            <a:r>
              <a:rPr lang="en-US" dirty="0" err="1"/>
              <a:t>worden</a:t>
            </a:r>
            <a:r>
              <a:rPr lang="en-US" dirty="0"/>
              <a:t> </a:t>
            </a:r>
            <a:r>
              <a:rPr lang="en-US" dirty="0" err="1"/>
              <a:t>geholpen</a:t>
            </a:r>
            <a:r>
              <a:rPr lang="en-US" dirty="0"/>
              <a:t> door de assistant van de </a:t>
            </a:r>
            <a:r>
              <a:rPr lang="en-US" dirty="0" err="1"/>
              <a:t>dag</a:t>
            </a:r>
            <a:endParaRPr lang="en-US" dirty="0"/>
          </a:p>
          <a:p>
            <a:r>
              <a:rPr lang="en-US" dirty="0"/>
              <a:t>We </a:t>
            </a:r>
            <a:r>
              <a:rPr lang="en-US" dirty="0" err="1"/>
              <a:t>hebben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of </a:t>
            </a:r>
            <a:r>
              <a:rPr lang="en-US" dirty="0" err="1"/>
              <a:t>ander</a:t>
            </a:r>
            <a:r>
              <a:rPr lang="en-US" dirty="0"/>
              <a:t> </a:t>
            </a:r>
            <a:r>
              <a:rPr lang="en-US" dirty="0" err="1"/>
              <a:t>magisch</a:t>
            </a:r>
            <a:r>
              <a:rPr lang="en-US" dirty="0"/>
              <a:t> </a:t>
            </a:r>
            <a:r>
              <a:rPr lang="en-US" dirty="0" err="1"/>
              <a:t>voorwerp</a:t>
            </a:r>
            <a:r>
              <a:rPr lang="en-US" dirty="0"/>
              <a:t> (bv. Een </a:t>
            </a:r>
            <a:r>
              <a:rPr lang="en-US" dirty="0" err="1"/>
              <a:t>lavalamp</a:t>
            </a:r>
            <a:r>
              <a:rPr lang="en-US" dirty="0"/>
              <a:t> </a:t>
            </a:r>
            <a:r>
              <a:rPr lang="en-US" dirty="0" err="1"/>
              <a:t>ofzo</a:t>
            </a:r>
            <a:r>
              <a:rPr lang="en-US" dirty="0"/>
              <a:t>)</a:t>
            </a:r>
          </a:p>
          <a:p>
            <a:r>
              <a:rPr lang="en-US" dirty="0"/>
              <a:t>Die </a:t>
            </a:r>
            <a:r>
              <a:rPr lang="en-US" dirty="0" err="1"/>
              <a:t>vertelt</a:t>
            </a:r>
            <a:r>
              <a:rPr lang="en-US" dirty="0"/>
              <a:t> dan wat we die </a:t>
            </a:r>
            <a:r>
              <a:rPr lang="en-US" dirty="0" err="1"/>
              <a:t>dag</a:t>
            </a:r>
            <a:r>
              <a:rPr lang="en-US" dirty="0"/>
              <a:t> </a:t>
            </a:r>
            <a:r>
              <a:rPr lang="en-US" dirty="0" err="1"/>
              <a:t>moeten</a:t>
            </a:r>
            <a:r>
              <a:rPr lang="en-US" dirty="0"/>
              <a:t> </a:t>
            </a:r>
            <a:r>
              <a:rPr lang="en-US" dirty="0" err="1"/>
              <a:t>doen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942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9BD1E3-6689-7B6E-3350-846311D78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Assistent</a:t>
            </a:r>
            <a:r>
              <a:rPr lang="en-US" dirty="0"/>
              <a:t> van de </a:t>
            </a:r>
            <a:r>
              <a:rPr lang="en-US" dirty="0" err="1"/>
              <a:t>dag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81371F5-0586-26AB-F9F3-39FD38A53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Elke </a:t>
            </a:r>
            <a:r>
              <a:rPr lang="en-US" dirty="0" err="1"/>
              <a:t>dag</a:t>
            </a:r>
            <a:r>
              <a:rPr lang="en-US" dirty="0"/>
              <a:t> </a:t>
            </a:r>
            <a:r>
              <a:rPr lang="en-US" dirty="0" err="1"/>
              <a:t>wordt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kindje</a:t>
            </a:r>
            <a:r>
              <a:rPr lang="en-US" dirty="0"/>
              <a:t> </a:t>
            </a:r>
            <a:r>
              <a:rPr lang="en-US" dirty="0" err="1"/>
              <a:t>gekozen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en-US" dirty="0"/>
              <a:t> </a:t>
            </a:r>
            <a:r>
              <a:rPr lang="en-US" dirty="0" err="1"/>
              <a:t>ons</a:t>
            </a:r>
            <a:r>
              <a:rPr lang="en-US" dirty="0"/>
              <a:t> die </a:t>
            </a:r>
            <a:r>
              <a:rPr lang="en-US" dirty="0" err="1"/>
              <a:t>dag</a:t>
            </a:r>
            <a:r>
              <a:rPr lang="en-US" dirty="0"/>
              <a:t> mag </a:t>
            </a:r>
            <a:r>
              <a:rPr lang="en-US" dirty="0" err="1"/>
              <a:t>helpen</a:t>
            </a:r>
            <a:r>
              <a:rPr lang="en-US" dirty="0"/>
              <a:t> met de </a:t>
            </a:r>
            <a:r>
              <a:rPr lang="en-US" dirty="0" err="1"/>
              <a:t>proefjes</a:t>
            </a:r>
            <a:endParaRPr lang="en-US" dirty="0"/>
          </a:p>
          <a:p>
            <a:r>
              <a:rPr lang="en-US" dirty="0" err="1"/>
              <a:t>Bijvoorbeeld</a:t>
            </a:r>
            <a:r>
              <a:rPr lang="en-US" dirty="0"/>
              <a:t> met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magische</a:t>
            </a:r>
            <a:r>
              <a:rPr lang="en-US" dirty="0"/>
              <a:t> </a:t>
            </a:r>
            <a:r>
              <a:rPr lang="en-US" dirty="0" err="1"/>
              <a:t>stok</a:t>
            </a:r>
            <a:r>
              <a:rPr lang="en-US" dirty="0"/>
              <a:t>,</a:t>
            </a:r>
          </a:p>
          <a:p>
            <a:r>
              <a:rPr lang="en-US" dirty="0"/>
              <a:t>Die </a:t>
            </a:r>
            <a:r>
              <a:rPr lang="en-US" dirty="0" err="1"/>
              <a:t>licht</a:t>
            </a:r>
            <a:r>
              <a:rPr lang="en-US" dirty="0"/>
              <a:t> </a:t>
            </a:r>
            <a:r>
              <a:rPr lang="en-US" dirty="0" err="1"/>
              <a:t>geeft</a:t>
            </a:r>
            <a:r>
              <a:rPr lang="en-US" dirty="0"/>
              <a:t> </a:t>
            </a:r>
            <a:r>
              <a:rPr lang="en-US" dirty="0" err="1"/>
              <a:t>bij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bepaalde</a:t>
            </a:r>
            <a:r>
              <a:rPr lang="en-US" dirty="0"/>
              <a:t> </a:t>
            </a:r>
            <a:r>
              <a:rPr lang="en-US" dirty="0" err="1"/>
              <a:t>persoon</a:t>
            </a:r>
            <a:r>
              <a:rPr lang="en-US" dirty="0"/>
              <a:t> (met </a:t>
            </a:r>
            <a:r>
              <a:rPr lang="en-US" dirty="0" err="1"/>
              <a:t>een</a:t>
            </a:r>
            <a:r>
              <a:rPr lang="en-US" dirty="0"/>
              <a:t> pi)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096934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2C193F-D650-43D8-12CA-790734398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Het </a:t>
            </a:r>
            <a:r>
              <a:rPr lang="en-US" dirty="0" err="1"/>
              <a:t>vliegerlied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87860A2-B65B-AAA3-BE40-9AE61AC91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>
                <a:hlinkClick r:id="rId2"/>
              </a:rPr>
              <a:t>https://www.youtube.com/watch?v=2zDx471H3dc</a:t>
            </a:r>
            <a:endParaRPr lang="nl-BE" dirty="0"/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014548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4286AF-EE55-96D8-E7A6-5992DCEBA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Proefjes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265AAFE-04C1-691B-1AEF-D4D346EAB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Arne idee? Raspberry </a:t>
            </a:r>
            <a:r>
              <a:rPr lang="en-US" dirty="0" err="1">
                <a:highlight>
                  <a:srgbClr val="FFFF00"/>
                </a:highlight>
              </a:rPr>
              <a:t>py</a:t>
            </a:r>
            <a:r>
              <a:rPr lang="en-US" dirty="0">
                <a:highlight>
                  <a:srgbClr val="FFFF00"/>
                </a:highlight>
              </a:rPr>
              <a:t>?</a:t>
            </a:r>
          </a:p>
          <a:p>
            <a:r>
              <a:rPr lang="en-US" dirty="0" err="1">
                <a:highlight>
                  <a:srgbClr val="FFFF00"/>
                </a:highlight>
              </a:rPr>
              <a:t>Assisten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kan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helpen</a:t>
            </a:r>
            <a:r>
              <a:rPr lang="en-US" dirty="0">
                <a:highlight>
                  <a:srgbClr val="FFFF00"/>
                </a:highlight>
              </a:rPr>
              <a:t>?</a:t>
            </a:r>
            <a:endParaRPr lang="nl-BE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530903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3441B6-D1CC-5ED7-6815-B1DCA89BB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Kinderverhaal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C4B9FB8-BF8C-D734-2100-027AFBC19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Het Rode </a:t>
            </a:r>
            <a:r>
              <a:rPr lang="en-US" dirty="0" err="1"/>
              <a:t>kippetje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225643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2CBE89-7CE8-6800-00FD-FDF69B5A4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Einde</a:t>
            </a:r>
            <a:r>
              <a:rPr lang="en-US" dirty="0"/>
              <a:t> – </a:t>
            </a:r>
            <a:r>
              <a:rPr lang="en-US" dirty="0" err="1"/>
              <a:t>slaaplied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2E4DED4-5E18-6B6C-4966-0347B00A2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314" y="1825625"/>
            <a:ext cx="10515600" cy="4351338"/>
          </a:xfrm>
        </p:spPr>
        <p:txBody>
          <a:bodyPr/>
          <a:lstStyle/>
          <a:p>
            <a:r>
              <a:rPr lang="nl-BE" dirty="0">
                <a:hlinkClick r:id="rId2"/>
              </a:rPr>
              <a:t>https://www.youtube.com/watch?v=-f-4vLZs6uc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014249056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192</Words>
  <Application>Microsoft Office PowerPoint</Application>
  <PresentationFormat>Breedbeeld</PresentationFormat>
  <Paragraphs>41</Paragraphs>
  <Slides>12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Kantoorthema</vt:lpstr>
      <vt:lpstr>Intersoc show</vt:lpstr>
      <vt:lpstr>Presentatie clicker in een wandelstok</vt:lpstr>
      <vt:lpstr>Magical Element</vt:lpstr>
      <vt:lpstr>Erlemeyer</vt:lpstr>
      <vt:lpstr>Structuur</vt:lpstr>
      <vt:lpstr>Namen</vt:lpstr>
      <vt:lpstr>Verhaallijn</vt:lpstr>
      <vt:lpstr>Assistent van de dag</vt:lpstr>
      <vt:lpstr>Het vliegerlied</vt:lpstr>
      <vt:lpstr>Proefjes</vt:lpstr>
      <vt:lpstr>Kinderverhaal</vt:lpstr>
      <vt:lpstr>Einde – slaaplied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Meersschaut</dc:creator>
  <cp:lastModifiedBy>Simon Meersschaut</cp:lastModifiedBy>
  <cp:revision>9</cp:revision>
  <dcterms:created xsi:type="dcterms:W3CDTF">2026-08-24T08:10:34Z</dcterms:created>
  <dcterms:modified xsi:type="dcterms:W3CDTF">2026-08-24T13:34:01Z</dcterms:modified>
</cp:coreProperties>
</file>